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0b100a607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0b100a60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f94bd42d5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f94bd42d5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f94bd42d5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f94bd42d5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f94bd42d5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f94bd42d5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f94bd42d51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f94bd42d5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7880100" cy="1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Accuracy vs Bitwidth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7075" y="852875"/>
            <a:ext cx="5816650" cy="35273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7239825" y="2504175"/>
            <a:ext cx="1353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Blue: Base Line Model (fp-32)</a:t>
            </a:r>
            <a:endParaRPr sz="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Red: Quantized Model</a:t>
            </a:r>
            <a:endParaRPr sz="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1685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VGG8_Arch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1100" y="1055800"/>
            <a:ext cx="6781800" cy="254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420"/>
              <a:t>Weight Distribution of Base line model is already zero mean (except for classifier) so we take Z(zero-point = 0)</a:t>
            </a:r>
            <a:br>
              <a:rPr lang="en" sz="1420"/>
            </a:br>
            <a:endParaRPr sz="1420"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1250" y="1017725"/>
            <a:ext cx="5982150" cy="358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Size VS Bit 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4675" y="986650"/>
            <a:ext cx="5094634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/>
              <a:t>Accuracy_Size_Bits Graph</a:t>
            </a:r>
            <a:endParaRPr sz="2220"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4688" y="991625"/>
            <a:ext cx="5094634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Accuracy &amp; Model Size VS BitWidth</a:t>
            </a: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4688" y="1170125"/>
            <a:ext cx="5094634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