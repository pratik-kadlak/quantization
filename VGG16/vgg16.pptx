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b0da8d26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b0da8d26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b0da8d26c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b0da8d26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b0da8d26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b0da8d26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b0da8d26c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b0da8d26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b0da8d26c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b0da8d26c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39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VGG16-Arch</a:t>
            </a:r>
            <a:br>
              <a:rPr lang="en"/>
            </a:b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575" y="744650"/>
            <a:ext cx="6593015" cy="39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Acc_Vs_Bitwidth (with size as marker size)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017725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Acc_Vs_Size_Vs_Bitwidth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979250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343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Acc_vs_Bits (only Quantized Models)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049850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Acc_Vs_Bits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061025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Size_vs_Bits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75" y="1078700"/>
            <a:ext cx="509463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